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Loan Risk &amp;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End-to-End Analytics Project using Python, MySQL &amp; Power BI</a:t>
            </a:r>
            <a:endParaRPr lang="en-IN" dirty="0"/>
          </a:p>
          <a:p>
            <a:endParaRPr lang="en-IN" dirty="0"/>
          </a:p>
          <a:p>
            <a:r>
              <a:rPr lang="en-IN" dirty="0"/>
              <a:t>Created By Sandeep Kumar Singh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 face increasing loan defaults and customer churn.</a:t>
            </a:r>
          </a:p>
          <a:p>
            <a:r>
              <a:t>Early identification of high-risk customers is essential to reduce losses.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loan-risk churn customers using data-driven analysis.</a:t>
            </a:r>
          </a:p>
          <a:p>
            <a:r>
              <a:t>Provide insights to support proactive risk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financial and behavioral data.</a:t>
            </a:r>
          </a:p>
          <a:p>
            <a:r>
              <a:t>3,000 customer records cleaned and prepared in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and feature engineering in Jupyter Notebook.</a:t>
            </a:r>
          </a:p>
          <a:p>
            <a:r>
              <a:t>Rule-based churn logic and risk scoring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scoring based on debt, income, deposits, and risk indicators.</a:t>
            </a:r>
          </a:p>
          <a:p>
            <a:r>
              <a:t>Customers segmented into Low, Medium, and High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13% customers identified as high-risk churn.</a:t>
            </a:r>
          </a:p>
          <a:p>
            <a:r>
              <a:t>Medium-risk segment shows the highest churn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debt-to-income and low deposits drive churn risk.</a:t>
            </a:r>
          </a:p>
          <a:p>
            <a:r>
              <a:t>New customers are more vulnerable to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retention strategies for medium-risk customers.</a:t>
            </a:r>
          </a:p>
          <a:p>
            <a:r>
              <a:t>Risk mitigation plans for high-risk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MySQL, Power BI.</a:t>
            </a:r>
          </a:p>
          <a:p>
            <a:r>
              <a:t>End-to-end data analytics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Loan Risk &amp; Churn Analysis</vt:lpstr>
      <vt:lpstr>Business Problem</vt:lpstr>
      <vt:lpstr>Project Objective</vt:lpstr>
      <vt:lpstr>Data Overview</vt:lpstr>
      <vt:lpstr>Methodology</vt:lpstr>
      <vt:lpstr>Risk Model</vt:lpstr>
      <vt:lpstr>Churn Results</vt:lpstr>
      <vt:lpstr>Key Insights</vt:lpstr>
      <vt:lpstr>Business Recommendations</vt:lpstr>
      <vt:lpstr>Tools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Sandeepkumar Singh</cp:lastModifiedBy>
  <cp:revision>2</cp:revision>
  <dcterms:created xsi:type="dcterms:W3CDTF">2013-01-27T09:14:16Z</dcterms:created>
  <dcterms:modified xsi:type="dcterms:W3CDTF">2025-12-17T22:43:18Z</dcterms:modified>
  <cp:category/>
</cp:coreProperties>
</file>